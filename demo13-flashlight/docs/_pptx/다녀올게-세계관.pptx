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-1508760"/>
            <a:ext cx="5943600" cy="5943600"/>
          </a:xfrm>
          <a:prstGeom prst="ellipse">
            <a:avLst/>
          </a:prstGeom>
          <a:solidFill>
            <a:srgbClr val="F2A3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91440"/>
            <a:ext cx="2743200" cy="2743200"/>
          </a:xfrm>
          <a:prstGeom prst="ellipse">
            <a:avLst/>
          </a:prstGeom>
          <a:solidFill>
            <a:srgbClr val="F2A33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297680"/>
            <a:ext cx="4572000" cy="4572000"/>
          </a:xfrm>
          <a:prstGeom prst="ellipse">
            <a:avLst/>
          </a:prstGeom>
          <a:solidFill>
            <a:srgbClr val="6FA8C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00126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 SETTING · 세계관 브리핑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다녀올게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Right Back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41248" y="37947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봉쇄한 짙은 현상 도시 — 그 봉쇄선 바깥 무법지대에서 살아남으며,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안으로 들어가 미래 자원 '루디'를 회수하는 생존 루팅 액션.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기억을 잃은 회수꾼이,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봉쇄된 어둠의 도시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들어가
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루디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캐 나오며,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8E7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잃어버린 동생의 진실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쫓는다.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4114800"/>
            <a:ext cx="292608" cy="4572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22452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459028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 루팅 액션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5285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· 근접 전투 · 추출(extraction)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27448" y="365760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38928" y="4114800"/>
            <a:ext cx="292608" cy="4572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138928" y="422452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38928" y="459028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탑다운 2D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8928" y="5285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어둠 · 시야 · 손전등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31936" y="365760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43416" y="4114800"/>
            <a:ext cx="292608" cy="4572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422452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감정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43416" y="459028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“한 집만 더 털까?”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43416" y="5285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욕심 vs 생존의 줄타기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시대와 무대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아포칼립스가 아니다 — 무너진 건 이 도시 하나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세계도 정부도 멀쩡하다. 정부는 짙은 현상이 발생한 도시 하나를 봉쇄하고 존재를 은폐했다.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A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봉쇄선 밖 · 무법지대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완충지대 / 거점 · 허브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84048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타운 · 전당포 · 컨테이너 안전가옥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회수꾼 · 밴딧 · 떠돌이 상인 · 생존자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통제 밖 — 치안은 없지만 종말은 아님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91072" y="260604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봉쇄선 안 · 봉쇄구역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짙은 현상 / 레이드 무대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384048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끊긴 폐도시 — 낮에도 밤처럼 어둡다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괴물 · 밴딧 · 이상현상 · 미래 자원 루디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 안에 회수하고 탈출해야 한다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4476" y="2697480"/>
            <a:ext cx="0" cy="3154680"/>
          </a:xfrm>
          <a:prstGeom prst="line">
            <a:avLst/>
          </a:prstGeom>
          <a:noFill/>
          <a:ln w="25400">
            <a:solidFill>
              <a:srgbClr val="F2A33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541264" y="2221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6199632"/>
            <a:ext cx="3017520" cy="0"/>
          </a:xfrm>
          <a:prstGeom prst="line">
            <a:avLst/>
          </a:prstGeom>
          <a:noFill/>
          <a:ln w="19050">
            <a:solidFill>
              <a:srgbClr val="8C96A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거점 → 봉쇄선 넘어 침투 → 회수 후 귀환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장치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짙은 현상 — 빛과 공간, 그리고 시간을 침식한다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시간(밤)과 무관하다. 현상이 내려앉은 곳은 한낮에도 밤처럼 어두워진다. “밤이라 어두운 게 아니라, 현상이 어둠을 만든다.”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880360"/>
            <a:ext cx="1371600" cy="1371600"/>
          </a:xfrm>
          <a:prstGeom prst="ellipse">
            <a:avLst/>
          </a:prstGeom>
          <a:solidFill>
            <a:srgbClr val="6FA8C7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3200400"/>
            <a:ext cx="566928" cy="566928"/>
          </a:xfrm>
          <a:prstGeom prst="ellipse">
            <a:avLst/>
          </a:prstGeom>
          <a:solidFill>
            <a:srgbClr val="6FA8C7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4023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침식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457200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멀리부터 색과 윤곽이 흐려지고, 짙은 곳은 바로 앞도 보이지 않는다.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27448" y="269748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880360"/>
            <a:ext cx="1371600" cy="1371600"/>
          </a:xfrm>
          <a:prstGeom prst="ellipse">
            <a:avLst/>
          </a:prstGeom>
          <a:solidFill>
            <a:srgbClr val="F2A33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138928" y="3200400"/>
            <a:ext cx="566928" cy="56692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38928" y="4023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공간의 왜곡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38928" y="457200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바뀌고, 없던 문·골목이 생기고, 같은 자리가 반복되고, 탈출구가 옮겨진다.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31936" y="269748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59368" y="2880360"/>
            <a:ext cx="1371600" cy="1371600"/>
          </a:xfrm>
          <a:prstGeom prst="ellipse">
            <a:avLst/>
          </a:prstGeom>
          <a:solidFill>
            <a:srgbClr val="8E7CE0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43416" y="3200400"/>
            <a:ext cx="566928" cy="566928"/>
          </a:xfrm>
          <a:prstGeom prst="ellipse">
            <a:avLst/>
          </a:prstGeom>
          <a:solidFill>
            <a:srgbClr val="8E7CE0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43416" y="4023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시간의 교란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43416" y="457200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과거와 현재가 겹친다. 잔상이 재생되고, 사라진 자가 그 안에선 멈춰 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장치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불의 역설, 그리고 루디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전기는 죽었다. 빛이 필요하지만 — 빛을 잘못 쓰면 어둠이 더 짙어진다.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51760"/>
            <a:ext cx="91440" cy="3383280"/>
          </a:xfrm>
          <a:prstGeom prst="rect">
            <a:avLst/>
          </a:prstGeom>
          <a:solidFill>
            <a:srgbClr val="D9636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0175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불 (횃불·모닥불)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474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39776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열·연기·흔들리는 불빛이 현상 잔재를 자극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곳에서 반복하면 빛이 약해지고…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낮에도 밤 같은 짙은 구역으로 침식 가속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D96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밝힐수록, 진짜 어둠이 가까워진다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91072" y="265176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91072" y="2651760"/>
            <a:ext cx="91440" cy="338328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377440"/>
            <a:ext cx="1828800" cy="1828800"/>
          </a:xfrm>
          <a:prstGeom prst="ellipse">
            <a:avLst/>
          </a:prstGeom>
          <a:solidFill>
            <a:srgbClr val="F2A33C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0175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루디 (Rudi)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빛 · 미래 자원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39776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불꽃 없이 안정된 빛 — 잔재를 자극하지 않음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죽은 세계의 유일하게 안전한 동력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봉쇄구역 안에서만 발견되는 특수 자원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세력이 원한다 — 들어갈 이유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세력 구도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정부의 진짜 동기 — 봉쇄는 곧 자원작전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무대에 직접 없다(흔적만). 봉쇄는 격리가 아니라, 미래 자원 루디를 독점 채굴하려는 작전이다.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3127248"/>
            <a:ext cx="502920" cy="50292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8720" y="382219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독점 채굴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431596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도시를 봉쇄·은폐하고 루디를 독점하려 한다.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10128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39896" y="274320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05656" y="3127248"/>
            <a:ext cx="502920" cy="502920"/>
          </a:xfrm>
          <a:prstGeom prst="ellipse">
            <a:avLst/>
          </a:prstGeom>
          <a:solidFill>
            <a:srgbClr val="D9636B"/>
          </a:solidFill>
          <a:ln/>
        </p:spPr>
      </p:sp>
      <p:sp>
        <p:nvSpPr>
          <p:cNvPr id="14" name="Text 12"/>
          <p:cNvSpPr/>
          <p:nvPr/>
        </p:nvSpPr>
        <p:spPr>
          <a:xfrm>
            <a:off x="4105656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105656" y="382219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불빛의 벽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05656" y="431596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불의 역설 탓에 정부조차 불을 못 쓴다 → 어둠 속 저광량 채굴뿐, 느리고 비효율.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27064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56832" y="274320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22592" y="3127248"/>
            <a:ext cx="502920" cy="502920"/>
          </a:xfrm>
          <a:prstGeom prst="ellipse">
            <a:avLst/>
          </a:prstGeom>
          <a:solidFill>
            <a:srgbClr val="6FA8C7"/>
          </a:solidFill>
          <a:ln/>
        </p:spPr>
      </p:sp>
      <p:sp>
        <p:nvSpPr>
          <p:cNvPr id="20" name="Text 18"/>
          <p:cNvSpPr/>
          <p:nvPr/>
        </p:nvSpPr>
        <p:spPr>
          <a:xfrm>
            <a:off x="7022592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22592" y="382219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회수꾼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22592" y="431596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어둠을 직접 누비는 인간의 손이 더 유효 → 회수꾼이 필요해진다.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73768" y="274320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39528" y="3127248"/>
            <a:ext cx="502920" cy="502920"/>
          </a:xfrm>
          <a:prstGeom prst="ellipse">
            <a:avLst/>
          </a:prstGeom>
          <a:solidFill>
            <a:srgbClr val="8E7CE0"/>
          </a:solidFill>
          <a:ln/>
        </p:spPr>
      </p:sp>
      <p:sp>
        <p:nvSpPr>
          <p:cNvPr id="26" name="Text 24"/>
          <p:cNvSpPr/>
          <p:nvPr/>
        </p:nvSpPr>
        <p:spPr>
          <a:xfrm>
            <a:off x="9939528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D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939528" y="382219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암시장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39528" y="431596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회수꾼·전당포가 캐 온 루디가 독점의 틈을 빼먹는 비공식 공급망으로 흐른다.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= 독점·통제   </a:t>
            </a:r>
            <a:pPr algn="ctr"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  </a:t>
            </a:r>
            <a:pPr algn="ctr" indent="0" marL="0">
              <a:buNone/>
            </a:pPr>
            <a:r>
              <a:rPr lang="en-US" sz="1500" b="1" dirty="0">
                <a:solidFill>
                  <a:srgbClr val="6FA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회수꾼·전당포·블랙마켓 = 비공식 공급망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788920"/>
            <a:ext cx="5029200" cy="5029200"/>
          </a:xfrm>
          <a:prstGeom prst="ellipse">
            <a:avLst/>
          </a:prstGeom>
          <a:solidFill>
            <a:srgbClr val="8E7CE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장치 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 안에선 시간이 다르게 흐른다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선형이 아니다 — 순서가 무너지고, 과거와 현재가 한 공간에 겹친다.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456432" cy="2971800"/>
          </a:xfrm>
          <a:prstGeom prst="roundRect">
            <a:avLst>
              <a:gd name="adj" fmla="val 2462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3154680"/>
            <a:ext cx="310896" cy="45720"/>
          </a:xfrm>
          <a:prstGeom prst="rect">
            <a:avLst/>
          </a:prstGeom>
          <a:solidFill>
            <a:srgbClr val="8E7CE0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2918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과거의 재생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34440" y="3931920"/>
            <a:ext cx="2679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떠난 자·죽은 자의 잔상이 그 자리를 걷고, 없는 열차 소리가 지나간다.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27448" y="2697480"/>
            <a:ext cx="3456432" cy="2971800"/>
          </a:xfrm>
          <a:prstGeom prst="roundRect">
            <a:avLst>
              <a:gd name="adj" fmla="val 2462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38928" y="3154680"/>
            <a:ext cx="310896" cy="45720"/>
          </a:xfrm>
          <a:prstGeom prst="rect">
            <a:avLst/>
          </a:prstGeom>
          <a:solidFill>
            <a:srgbClr val="8E7CE0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32918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비틀린 생존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138928" y="3931920"/>
            <a:ext cx="2679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바깥에서 사라진 자가 안에선 멈춘 채 살아 있을 수 있다 — 동생 생존의 근거.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31936" y="2697480"/>
            <a:ext cx="3456432" cy="2971800"/>
          </a:xfrm>
          <a:prstGeom prst="roundRect">
            <a:avLst>
              <a:gd name="adj" fmla="val 2462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43416" y="3154680"/>
            <a:ext cx="310896" cy="45720"/>
          </a:xfrm>
          <a:prstGeom prst="rect">
            <a:avLst/>
          </a:prstGeom>
          <a:solidFill>
            <a:srgbClr val="8E7CE0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32918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믿을 수 없는 시계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043416" y="3931920"/>
            <a:ext cx="2679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 구역에선 15분 레이드 타이머가 출렁인다. 손목시계만이 진짜 남은 시간을 읽는다.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870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E7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추출 텐션을 키우고, 손목시계(현상 측정기)의 본래 용도를 게임으로 선체험하게 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122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회수꾼 — 매일 밤 벽을 넘는다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기억도 이름도 없이 무법지대에서 깨어난 주인공. 가진 건 낡은 손목시계 하나. 그 시계가 무언가를 가리킨다.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3154680"/>
            <a:ext cx="548640" cy="548640"/>
          </a:xfrm>
          <a:prstGeom prst="ellipse">
            <a:avLst/>
          </a:prstGeom>
          <a:ln w="25400">
            <a:solidFill>
              <a:srgbClr val="F2A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47088" y="31729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안전가옥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388620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장비·가방을 꾸리고 봉쇄선으로 향한다.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9272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39896" y="278892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05656" y="3154680"/>
            <a:ext cx="548640" cy="548640"/>
          </a:xfrm>
          <a:prstGeom prst="ellipse">
            <a:avLst/>
          </a:prstGeom>
          <a:ln w="25400">
            <a:solidFill>
              <a:srgbClr val="F2A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64024" y="31729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봉쇄선 침투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05656" y="388620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어둠 속 폐도시 — 탐색·전투·파밍, 15분의 압박.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56832" y="278892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22592" y="3154680"/>
            <a:ext cx="548640" cy="548640"/>
          </a:xfrm>
          <a:prstGeom prst="ellipse">
            <a:avLst/>
          </a:prstGeom>
          <a:ln w="25400">
            <a:solidFill>
              <a:srgbClr val="F2A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80960" y="31729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루디 회수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22592" y="388620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무릅쓰고 캐낸 뒤, 탈출 지점으로.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53144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73768" y="278892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39528" y="3154680"/>
            <a:ext cx="548640" cy="548640"/>
          </a:xfrm>
          <a:prstGeom prst="ellipse">
            <a:avLst/>
          </a:prstGeom>
          <a:ln w="25400">
            <a:solidFill>
              <a:srgbClr val="F2A3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952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97896" y="31729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귀환 · 성장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39528" y="388620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전당포 거래 → 안전가옥 강화 → 새 정보·지역 해금.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반복마다 묻는다:  조금 더 파밍할까, 지금 탈출할까?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5486400" cy="5486400"/>
          </a:xfrm>
          <a:prstGeom prst="ellipse">
            <a:avLst/>
          </a:prstGeom>
          <a:solidFill>
            <a:srgbClr val="F2A3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5486400" cy="5486400"/>
          </a:xfrm>
          <a:prstGeom prst="ellipse">
            <a:avLst/>
          </a:prstGeom>
          <a:solidFill>
            <a:srgbClr val="8E7CE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26948"/>
            <a:ext cx="146304" cy="146304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— 왜 들어가는가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· 동생 · 전당포 주인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루디를 캐는 진짜 이유는 따로 있다. 멈춘 시계는 어둠의 중심을 가리키고, 그곳엔 시간이 비틀린 채 사라진 동생이 있을지도 모른다. 전당포 주인은 주인공의 과거를 알지만, 정보는 공짜가 아니다.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10543032" cy="1874520"/>
          </a:xfrm>
          <a:prstGeom prst="roundRect">
            <a:avLst>
              <a:gd name="adj" fmla="val 3902"/>
            </a:avLst>
          </a:prstGeom>
          <a:solidFill>
            <a:srgbClr val="141A26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3611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“다녀올게” 의 세 가지 무게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출격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462272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금방 올게 — 무심히 반복되는 인사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9432" y="4160520"/>
            <a:ext cx="0" cy="86868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41148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45736" y="4462272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동생에게 남기고 돌아오지 못한 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02168" y="4160520"/>
            <a:ext cx="0" cy="86868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41148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48472" y="4462272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마침내 지켜지는 / 지켜지지 못한 약속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“다녀올게.”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다녀올게 — 세계관 브리핑</dc:title>
  <dc:subject>PptxGenJS Presentation</dc:subject>
  <dc:creator>BRB</dc:creator>
  <cp:lastModifiedBy>BRB</cp:lastModifiedBy>
  <cp:revision>1</cp:revision>
  <dcterms:created xsi:type="dcterms:W3CDTF">2026-06-11T03:17:15Z</dcterms:created>
  <dcterms:modified xsi:type="dcterms:W3CDTF">2026-06-11T03:17:15Z</dcterms:modified>
</cp:coreProperties>
</file>